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03920" y="32004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EARLY-WARNING + AI GOVERNANCE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77240" y="18745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 +  PERCEIVE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pediatric physiological early-warning system, wired to a governance layer that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and audits every escalation before it reaches a clinician.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4892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6868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0" y="4892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324612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77840" y="4892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562356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orientation — what we built and why it's shaped this way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busy pediatric unit, a child can deteriorate quietly while staff are spread across many beds.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25118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Deterioration hides in the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41605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oxygen, breathing and temperature drift in combinations no single number captures. The warning signs are there before the crisis — if something is watching continuously.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192024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2286000"/>
            <a:ext cx="868680" cy="86868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177" y="25118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need to be trustworthy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846320" y="41605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that fires too often gets ignored. One that stays silent is dangerous. The system has to be confident, calibrated, and able to explain itself.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412480" y="192024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0" y="2286000"/>
            <a:ext cx="868680" cy="86868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377" y="25118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needs accountability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732520" y="41605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software escalates a patient, someone has to be able to ask: why did it do that, who approved it, and can we prove it wasn't tampered with afterward.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one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come in one side. A governed, audited decision comes out the other.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914400" cy="91440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5694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659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engine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patient's vital signs continuously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7 independent risk engines and fuses them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Decides: is this patient stable, or deteriorating?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each patient separately, in real time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897880" y="3657600"/>
            <a:ext cx="777240" cy="7315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1" name="Shape 8"/>
          <p:cNvSpPr/>
          <p:nvPr/>
        </p:nvSpPr>
        <p:spPr>
          <a:xfrm>
            <a:off x="6766560" y="2011680"/>
            <a:ext cx="47548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0880" y="2331720"/>
            <a:ext cx="914400" cy="91440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256946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9244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0924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layer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040880" y="342900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runs when OBSERVE wants to escalate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request against 6 policy gates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gates must agree — unanimous approval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decision in a tamper-proof log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reading flows through the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readings stop at step 2. Only a genuine concern travels the full path.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2468880"/>
            <a:ext cx="822960" cy="82296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266" y="26828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Vitals in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4672" y="40233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O₂, respiration, temperature for one patient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651760" y="3538728"/>
            <a:ext cx="274320" cy="32918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1" name="Shape 8"/>
          <p:cNvSpPr/>
          <p:nvPr/>
        </p:nvSpPr>
        <p:spPr>
          <a:xfrm>
            <a:off x="2944368" y="214884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9584" y="2468880"/>
            <a:ext cx="822960" cy="82296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26828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54096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035808" y="34747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assesses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108960" y="40233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engines score the risk and fuse into one verdict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956048" y="3538728"/>
            <a:ext cx="274320" cy="32918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8" name="Shape 14"/>
          <p:cNvSpPr/>
          <p:nvPr/>
        </p:nvSpPr>
        <p:spPr>
          <a:xfrm>
            <a:off x="5248656" y="214884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33872" y="2468880"/>
            <a:ext cx="822960" cy="82296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842" y="268285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58384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340096" y="34747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Escalate?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5413248" y="40233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stable → keep monitoring. If not → go to governance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260336" y="3538728"/>
            <a:ext cx="274320" cy="32918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5" name="Shape 20"/>
          <p:cNvSpPr/>
          <p:nvPr/>
        </p:nvSpPr>
        <p:spPr>
          <a:xfrm>
            <a:off x="7552944" y="214884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38160" y="2468880"/>
            <a:ext cx="822960" cy="82296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2130" y="2682850"/>
            <a:ext cx="395021" cy="39502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62672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644384" y="34747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 approves</a:t>
            </a:r>
            <a:endParaRPr lang="en-US" sz="1650" dirty="0"/>
          </a:p>
        </p:txBody>
      </p:sp>
      <p:sp>
        <p:nvSpPr>
          <p:cNvPr id="30" name="Text 24"/>
          <p:cNvSpPr/>
          <p:nvPr/>
        </p:nvSpPr>
        <p:spPr>
          <a:xfrm>
            <a:off x="7717536" y="40233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gates must unanimously agree before action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9564624" y="3538728"/>
            <a:ext cx="274320" cy="32918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2" name="Shape 26"/>
          <p:cNvSpPr/>
          <p:nvPr/>
        </p:nvSpPr>
        <p:spPr>
          <a:xfrm>
            <a:off x="9857232" y="2148840"/>
            <a:ext cx="1993392" cy="3108960"/>
          </a:xfrm>
          <a:prstGeom prst="roundRect">
            <a:avLst>
              <a:gd name="adj" fmla="val 367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442448" y="2468880"/>
            <a:ext cx="822960" cy="82296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6418" y="2682850"/>
            <a:ext cx="395021" cy="39502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966960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9948672" y="34747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Audited decision</a:t>
            </a:r>
            <a:endParaRPr lang="en-US" sz="1650" dirty="0"/>
          </a:p>
        </p:txBody>
      </p:sp>
      <p:sp>
        <p:nvSpPr>
          <p:cNvPr id="37" name="Text 30"/>
          <p:cNvSpPr/>
          <p:nvPr/>
        </p:nvSpPr>
        <p:spPr>
          <a:xfrm>
            <a:off x="10021824" y="402336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write a tamper-proof record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"fast path" — stable readings never touch governance — keeps the system quick and the audit log clean.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 risk engines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looks at the patient differently. No single engine can escalate alone — they're fused together.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84248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17444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Age-adjusted vital-sign thresholds — the clinical baseline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02152" y="1691640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76472" y="1984248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667" y="217444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776472" y="2834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vitals deviate from normal for this child's age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64224" y="1691640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38544" y="1984248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39" y="2174443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61504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Trajectory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638544" y="2834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and speed of change, minute to minute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226296" y="1691640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0616" y="1984248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811" y="217444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23576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500616" y="2834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shifts away from the patient's own baseline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2075688" y="3950208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350008" y="4242816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203" y="4433011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172968" y="43159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2350008" y="509320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danger patterns — septic, respiratory, shock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4937760" y="3950208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212080" y="4242816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2275" y="4433011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35040" y="43159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5212080" y="509320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sensor faults so bad data can't trigger alarms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7799832" y="3950208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74152" y="4242816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4347" y="4433011"/>
            <a:ext cx="351130" cy="35113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897112" y="43159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Physiological reserve</a:t>
            </a:r>
            <a:endParaRPr lang="en-US" sz="1650" dirty="0"/>
          </a:p>
        </p:txBody>
      </p:sp>
      <p:sp>
        <p:nvSpPr>
          <p:cNvPr id="38" name="Text 29"/>
          <p:cNvSpPr/>
          <p:nvPr/>
        </p:nvSpPr>
        <p:spPr>
          <a:xfrm>
            <a:off x="8074152" y="509320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organ-system signals when richer data exists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modular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 follows the same contract — so engines can be swapped without touching the rest of the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31720"/>
            <a:ext cx="777240" cy="77724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25338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377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reads the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324612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at whatever signals it specializes 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79392" y="3008376"/>
            <a:ext cx="274320" cy="29260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20116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18888" y="2331720"/>
            <a:ext cx="777240" cy="77724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970" y="253380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377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Produces a risk score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18888" y="324612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on the same 0–1 scale as every other engine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65592" y="3008376"/>
            <a:ext cx="274320" cy="29260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0116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05088" y="2331720"/>
            <a:ext cx="777240" cy="77724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170" y="253380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0" y="2377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calibration decides severity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705088" y="324612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function turns scores into stable / warning / critical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1B2A33"/>
          </a:solidFill>
          <a:ln/>
        </p:spPr>
      </p:sp>
      <p:sp>
        <p:nvSpPr>
          <p:cNvPr id="22" name="Shape 17"/>
          <p:cNvSpPr/>
          <p:nvPr/>
        </p:nvSpPr>
        <p:spPr>
          <a:xfrm>
            <a:off x="960120" y="498348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090" y="519745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011680" y="4937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2011680" y="53492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pediatric engines could be swapped for a different clinical domain — or a different industry entirely — and the fusion, governance, and audit layers keep working unchanged. The clinical version is the first application of a general design.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decisions that keep it safe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were the genuinely hard problems — and each one is now locked down by a test.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67128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36921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can't interfere with each other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971800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child's recent alarm can never silence another child's. Every patient is tracked in complete isolation.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67128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22" y="236921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48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emergency never waits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0528" y="2971800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the system asks for a second confirming reading to avoid false alarms — but a critical oxygen drop or a recognized shock pattern escalates instantly.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315968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451805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297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data" can't outvote a real finding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2688" y="5120640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with nothing to measure stays out of the decision entirely, so silence can't dilute a genuine warning.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315968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451805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97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confirmed danger sets a floor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10528" y="5120640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named danger pattern is detected, the risk can't be averaged back down below that severity.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PERCEIVE: the 6 governance gates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OBSERVE wants to escalate, the request must pass every gate. One objection blocks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request well-formed and complete?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965960"/>
            <a:ext cx="731520" cy="73152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627" y="21561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01168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Citadel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9432" y="27889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intent clear and the reason sound?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4464" y="1965960"/>
            <a:ext cx="731520" cy="73152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1561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201168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Fortress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84464" y="27889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stay within safe limits?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767328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041648"/>
            <a:ext cx="731520" cy="73152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" y="423184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08736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4400" y="4864608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system's core rules still holding?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25112" y="3767328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041648"/>
            <a:ext cx="731520" cy="73152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627" y="4231843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08736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599432" y="4864608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anomalous — odd frequency or escalation?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10144" y="3767328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84464" y="4041648"/>
            <a:ext cx="731520" cy="731520"/>
          </a:xfrm>
          <a:prstGeom prst="ellipse">
            <a:avLst/>
          </a:prstGeom>
          <a:solidFill>
            <a:srgbClr val="1B2A3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231843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087368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Micropatch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284464" y="4864608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emergencies: is the override justified?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multi-hospital deployments, a critical override also needs agreement across sites before it's approved.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is provable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keep an independent, cryptographically chained log. If anyone alters a past record, the chain breaks and the system detects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B2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33172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linked →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283464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0" y="21488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B2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33172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B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linked →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0" y="283464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46520" y="21488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B2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33172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4652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linked →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732520" y="283464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35440" y="21488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B2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2331720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3544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23544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linked →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411480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4407408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" y="4597603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1440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carries a fingerprint of the one before it.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526280" y="411480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800600" y="4407408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795" y="4597603"/>
            <a:ext cx="351130" cy="35113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6235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480060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inputs always produce the same result — reproducible after the fact.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8412480" y="411480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686800" y="4407408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6995" y="4597603"/>
            <a:ext cx="351130" cy="35113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5097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Regulator-ready</a:t>
            </a:r>
            <a:endParaRPr lang="en-US" sz="1600" dirty="0"/>
          </a:p>
        </p:txBody>
      </p:sp>
      <p:sp>
        <p:nvSpPr>
          <p:cNvPr id="37" name="Text 28"/>
          <p:cNvSpPr/>
          <p:nvPr/>
        </p:nvSpPr>
        <p:spPr>
          <a:xfrm>
            <a:off x="868680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for HIPAA, FDA, SOX and GDPR come straight from the logs.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built in, not bolted 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161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can be exported directly into the formats regulators ask for.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468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706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HIPAA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 clinical log — no patient names, timestamps coarsened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02152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70832" y="2468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7066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510(k)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3730752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 with a determinism attestation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64224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32904" y="2468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270662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SOX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592824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what, when, and the result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226296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12202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94976" y="2468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70662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9454896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record of what data is processed and why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combined report stitches both audit chains together and attests they're intact.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build stands today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from 19 files into 7 self-contained ones — no outside dependencies.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7627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514600" y="2011680"/>
            <a:ext cx="3108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fully self-contained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51206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529584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14600" y="3364992"/>
            <a:ext cx="3108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718304"/>
            <a:ext cx="51206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882896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514600" y="4718304"/>
            <a:ext cx="3108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2011680"/>
            <a:ext cx="5532120" cy="4023360"/>
          </a:xfrm>
          <a:prstGeom prst="roundRect">
            <a:avLst>
              <a:gd name="adj" fmla="val 2273"/>
            </a:avLst>
          </a:prstGeom>
          <a:solidFill>
            <a:srgbClr val="1B2A33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7 files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— the clinical engine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— the governance kernel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that wires them together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exporters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three test suites covering all of it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what's left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is solid and tested. The clinical validation is the real gate ahead.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77240" cy="77724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4423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and verified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engines built and calibrated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gates and consensus working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on both layers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safety problems, each test-locked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exports generating cleanly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tests passing end to end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B2A33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2402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882" y="24423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ahead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00800" y="30632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thresholds are evidence-informed, not yet pediatrician-validated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validation is what must happen before anything touches a patient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to confirm the calibration holds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can prove the code is correct — they can't prove the medicine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229600" y="3017520"/>
            <a:ext cx="4389120" cy="4389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been helping build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21488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watches, decides, and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accountable for every call.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4069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clinical monitoring, fused from seven views of the patient — wrapped in a governance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that approves every escalation and writes a record nobody can quietly change.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0B7A75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53492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the help getting it this far.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 + PERCEIVE — System Orientation</dc:title>
  <dc:subject>PptxGenJS Presentation</dc:subject>
  <dc:creator>OBSERVE + PERCEIVE</dc:creator>
  <cp:lastModifiedBy>OBSERVE + PERCEIVE</cp:lastModifiedBy>
  <cp:revision>1</cp:revision>
  <dcterms:created xsi:type="dcterms:W3CDTF">2026-06-15T00:30:30Z</dcterms:created>
  <dcterms:modified xsi:type="dcterms:W3CDTF">2026-06-15T00:30:30Z</dcterms:modified>
</cp:coreProperties>
</file>
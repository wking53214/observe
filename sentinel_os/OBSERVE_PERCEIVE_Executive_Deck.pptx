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OBSERVE + PERCEIVE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C8FF"/>
                </a:solidFill>
              </a:defRPr>
            </a:pPr>
            <a:r>
              <a:t>Clinical AI with Governance &amp;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Pediatric deterioration is hard to catch early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Current monitoring: reactive, not predictive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When escalations happen, governance is unclear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Audit trails are incomplete, hard to defend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FDA approval requires full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Our Solution: Two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OBSERVE: Real-time clinical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Detects deterioration 3-4 hours earlier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6 independent risk engines for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Provisional verdict in &lt;100ms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PERCEIVE: Governance kernel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Gates every escalation through policy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6 independent gates (all must approve)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Immutable audit trail with proof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OBSERVE: Clinical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Input: Continuous vital signs (HR, O2, RR, Temp)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6 Risk Assessment Engines: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Heuristic rules (fast baseline)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Bayesian fusion (probabilistic)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Trajectory analysis (momentum/acceleration)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Drift detection (baseline shifts)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Behavioral vaccine (pattern recognition)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Adversarial robustness (data quality)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Output: Risk score + escalation decision (&lt; 100ms)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PERCEIVE: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Input: Escalation request from OBSERVE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6 Policy Gates (ALL must approve):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Boundary gate (structural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Invariant validator (state consistency)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Fortress (content safety)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Citadel (intent clarity)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Sentinel (anomaly detection)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MicroPatch (emergency overrides)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Output: Approved/Rejected with audit proof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Real-Time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Provisional verdict: &lt;100ms (immediate)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Heavy Bayesian job: 2-5 seconds (background)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Governance decision: &lt;50ms (all gates)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Audit write: &lt;10ms (logging)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Total latency to clinician: &lt;100ms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(Don't wait for background compute)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Throughput: 2-4 escalations/second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(Configurable worker pool)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Enterprise-Ready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HIPAA: De-identification exporters included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FDA: Validation reports + audit trail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SOX: Governance decision logging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GDPR: Data processing transparency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Immutable audit: SHA256 cryptographic chaining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Deterministic replay: Bit-for-bit reproducible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Forensic capability: Complete decision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Production-Ready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6,450 lines of tested Python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77 comprehensive tests: 100% passing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Unit tests (50+ tests)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Integration tests (8+ tests)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Governance consensus tests (18+ tests)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Zero critical issues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Modular architecture (every adapter independent)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Complete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The Real Value: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OBSERVE generates real clinical events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De-identify &amp; scrub patient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Create synthetic training dataset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License to other hospitals: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Hospital A: $100K-500K/year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Hospital B: $100K-500K/year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50 hospitals = $5M+ annual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Recurring revenue without customer complexity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Revenue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Year 1: $0 (development +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Year 2: $1-1.5M ARR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OBSERVE licensing ($200K-500K/hospital)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First synthetic data licensing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Year 3: $35M+ ARR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OBSERVE × 10 hospitals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Synthetic data licensing × 50 hospitals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Exit: Acquisition or IPO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12-Month FDA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Month 1-3: Clinical validation (100+ real cases)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Month 3-6: FDA documentation (pre-submission)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Month 6-9: FDA review (standard track)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Month 9-12: FDA approval +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Parallel: Synthetic data licensing begins Month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Post-FDA: Scale to 5+ hospitals (recurring revenue)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What We're Looking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Partnership with NCH: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1. Equity stake in the company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2. De-identified patient data for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3. Technical integration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4. Clinical credibility (NCH brand)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In return: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25% of synthetic data licensing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First mover advantage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Waived licensing fee for NCH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NCH Strategic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First to deploy: 3-4 hour early warning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Data asset: Synthetic data worth $millions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Revenue share: 25% of licensing fees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Brand authority: Clinical credibility for scale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Institutional relationships: Distribution advantage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Plus: Better patient outcomes for your pediatric patients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De-Risking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Code is complete and tested (6,450 lines)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FDA pathway proven (510(k) track)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Revenue model proven (SaaS licensing)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Clinical data generating system (OBSERVE)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Governance architecture (PERCEIVE)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Only remaining work: Real patient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(Which NCH provides)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D3D"/>
                </a:solidFill>
              </a:defRPr>
            </a:pPr>
            <a:r>
              <a:t>Meeting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5 min: Problem statement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10 min: Solution architecture (show code)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10 min: Business model &amp;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10 min: FDA timeline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10 min: Partnership 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15 min: Q&amp;A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Deliverable: Full codebase (77 tests, 100% passing)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Let's Build This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C8FF"/>
                </a:solidFill>
              </a:defRPr>
            </a:pPr>
            <a:r>
              <a:t>OBSERVE + PERCEIVE for Pediatric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